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70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Frankenstein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or, The Modern Prometheus</a:t>
            </a:r>
          </a:p>
          <a:p>
            <a:r>
              <a:t>Mary Shelley, 1818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On-screen Show (4:3)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Frankenstein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Rui Carmo</cp:lastModifiedBy>
  <cp:revision>1</cp:revision>
  <dcterms:created xsi:type="dcterms:W3CDTF">2013-01-27T09:14:16Z</dcterms:created>
  <dcterms:modified xsi:type="dcterms:W3CDTF">2026-03-12T17:34:06Z</dcterms:modified>
  <cp:category/>
</cp:coreProperties>
</file>