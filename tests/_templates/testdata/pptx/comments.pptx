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0_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36320F3-3984-F84C-51A6-6DDCF0CAE12A}" name="Rui Carmo" initials="RC" userId="S::rucarmo@microsoft.com::498ce4df-589b-4b4e-9d2e-3e522eb7fdb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 snapToObjects="1">
      <p:cViewPr varScale="1">
        <p:scale>
          <a:sx n="88" d="100"/>
          <a:sy n="88" d="100"/>
        </p:scale>
        <p:origin x="417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F791A00-1D22-3543-92D8-4BCB5F05AA1A}" authorId="{936320F3-3984-F84C-51A6-6DDCF0CAE12A}" created="2026-01-30T15:43:51.31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spMk id="3" creationId="{00000000-0000-0000-0000-000000000000}"/>
      <ac:txMk cp="0" len="109">
        <ac:context len="110" hash="921673543"/>
      </ac:txMk>
    </ac:txMkLst>
    <p188:pos x="8217568" y="469232"/>
    <p188:txBody>
      <a:bodyPr/>
      <a:lstStyle/>
      <a:p>
        <a:r>
          <a:rPr lang="en-US"/>
          <a:t>I don't remember it having yellow eyes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0_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with Comments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 saw the dull yellow eye of the creature open; it breathed hard, and a convulsive motion agitated its limbs.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with Comments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Test Author</dc:creator>
  <cp:keywords/>
  <dc:description>generated using python-pptx</dc:description>
  <cp:lastModifiedBy>Rui Carmo</cp:lastModifiedBy>
  <cp:revision>3</cp:revision>
  <dcterms:created xsi:type="dcterms:W3CDTF">2013-01-27T09:14:16Z</dcterms:created>
  <dcterms:modified xsi:type="dcterms:W3CDTF">2026-03-06T18:55:18Z</dcterms:modified>
  <cp:category/>
</cp:coreProperties>
</file>