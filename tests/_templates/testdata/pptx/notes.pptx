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14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95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Remember to emphasize the Gothic elements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the Romantic period 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to Prometheus myth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Audience question: What makes a monster?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themes: creation, responsibility, isolation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Frankenstein Lecture Series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Test Author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Education and early interests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University at Ingolstadt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creation of the creature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awakening and horror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62</Words>
  <Application>Microsoft Office PowerPoint</Application>
  <PresentationFormat>On-screen Show (4:3)</PresentationFormat>
  <Paragraphs>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Frankenstein Lecture Series</vt:lpstr>
      <vt:lpstr>Chapter 2</vt:lpstr>
      <vt:lpstr>Chapter 3</vt:lpstr>
      <vt:lpstr>Chapter 4</vt:lpstr>
      <vt:lpstr>Chapter 5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Carmo</cp:lastModifiedBy>
  <cp:revision>1</cp:revision>
  <dcterms:created xsi:type="dcterms:W3CDTF">2013-01-27T09:14:16Z</dcterms:created>
  <dcterms:modified xsi:type="dcterms:W3CDTF">2026-03-10T16:08:23Z</dcterms:modified>
  <cp:category/>
</cp:coreProperties>
</file>