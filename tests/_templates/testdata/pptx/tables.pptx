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Chapter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Title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Summary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Victor's childhood in Geneva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Education and early interests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University at Ingolstadt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creation of the creature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Chapter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awakening and horror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Chapter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2026-03-12T17:33:44Z</dcterms:modified>
  <cp:category/>
</cp:coreProperties>
</file>