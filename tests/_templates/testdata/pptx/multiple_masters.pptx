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1" d="100"/>
          <a:sy n="141" d="100"/>
        </p:scale>
        <p:origin x="14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 Layout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and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uses layout index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</Words>
  <Application>Microsoft Office PowerPoint</Application>
  <PresentationFormat>On-screen Show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Title Layout</vt:lpstr>
      <vt:lpstr>Title and Content</vt:lpstr>
      <vt:lpstr>Section Header</vt:lpstr>
      <vt:lpstr>Title Only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Rui Carmo</cp:lastModifiedBy>
  <cp:revision>1</cp:revision>
  <dcterms:created xsi:type="dcterms:W3CDTF">2013-01-27T09:14:16Z</dcterms:created>
  <dcterms:modified xsi:type="dcterms:W3CDTF">2026-03-10T16:07:39Z</dcterms:modified>
  <cp:category/>
</cp:coreProperties>
</file>