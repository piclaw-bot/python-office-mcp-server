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70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Frankenstein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Visible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 am by birth a Genevese, and my family is one of the most distinguished of that republic.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Bonus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is hidden from the slideshow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 from me, if not by my precepts, at least by my example, how dangerous is the acquirement of knowledge.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Office PowerPoint</Application>
  <PresentationFormat>On-screen Show (4:3)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Frankenstein Presentation</vt:lpstr>
      <vt:lpstr>Main Content</vt:lpstr>
      <vt:lpstr>Hidden Bonus Content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Rui Carmo</cp:lastModifiedBy>
  <cp:revision>1</cp:revision>
  <dcterms:created xsi:type="dcterms:W3CDTF">2013-01-27T09:14:16Z</dcterms:created>
  <dcterms:modified xsi:type="dcterms:W3CDTF">2026-03-12T17:32:24Z</dcterms:modified>
  <cp:category/>
</cp:coreProperties>
</file>