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41" d="100"/>
          <a:sy n="141" d="100"/>
        </p:scale>
        <p:origin x="144" y="18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Key Themes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An analysis of Frankenstein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Major Themes in Frankenstein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The dangers of unchecked ambition</a:t>
            </a:r>
          </a:p>
          <a:p>
            <a:r>
              <a:t>The responsibility of creators</a:t>
            </a:r>
          </a:p>
          <a:p>
            <a:r>
              <a:t>The nature of humanity</a:t>
            </a:r>
          </a:p>
          <a:p>
            <a:r>
              <a:t>Isolation and its consequences</a:t>
            </a:r>
          </a:p>
          <a:p>
            <a:r>
              <a:t>The pursuit of knowledge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Detailed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Primary Theme: Ambition</a:t>
            </a:r>
          </a:p>
          <a:p>
            <a:pPr lvl="1"/>
            <a:r>
              <a:t>Victor's relentless pursuit</a:t>
            </a:r>
          </a:p>
          <a:p>
            <a:pPr lvl="1"/>
            <a:r>
              <a:t>Walton's Arctic expedition</a:t>
            </a:r>
          </a:p>
          <a:p>
            <a:r>
              <a:t>Secondary Theme: Isolation</a:t>
            </a:r>
          </a:p>
          <a:p>
            <a:pPr lvl="1"/>
            <a:r>
              <a:t>Victor's self-imposed exile</a:t>
            </a:r>
          </a:p>
          <a:p>
            <a:pPr lvl="1"/>
            <a:r>
              <a:t>The creature's rejection by society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87ba5c36-b7cf-4793-bbc2-bd5b3a9f95ca}" enabled="1" method="Privilege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55</Words>
  <Application>Microsoft Office PowerPoint</Application>
  <PresentationFormat>On-screen Show (4:3)</PresentationFormat>
  <Paragraphs>15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Key Themes</vt:lpstr>
      <vt:lpstr>Major Themes in Frankenstein</vt:lpstr>
      <vt:lpstr>Detailed Analysis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Rui Carmo</cp:lastModifiedBy>
  <cp:revision>1</cp:revision>
  <dcterms:created xsi:type="dcterms:W3CDTF">2013-01-27T09:14:16Z</dcterms:created>
  <dcterms:modified xsi:type="dcterms:W3CDTF">2026-03-10T15:56:34Z</dcterms:modified>
  <cp:category/>
</cp:coreProperties>
</file>