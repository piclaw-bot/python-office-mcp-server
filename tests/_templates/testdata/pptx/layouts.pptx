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Layout 0: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Title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1: 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Title and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2: 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for Section Header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3: 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Content for Two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4: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for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5: Title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7: 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Content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8: 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r>
              <a:t>Content for Picture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On-screen Show (4:3)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Layout 0: Title Slide</vt:lpstr>
      <vt:lpstr>Layout 1: Title and Content</vt:lpstr>
      <vt:lpstr>Layout 2: Section Header</vt:lpstr>
      <vt:lpstr>Layout 3: Two Content</vt:lpstr>
      <vt:lpstr>Layout 4: Comparison</vt:lpstr>
      <vt:lpstr>Layout 5: Title Only</vt:lpstr>
      <vt:lpstr>PowerPoint Presentation</vt:lpstr>
      <vt:lpstr>Layout 7: Content with Caption</vt:lpstr>
      <vt:lpstr>Layout 8: Picture with Caption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2026-03-12T17:33:04Z</dcterms:modified>
  <cp:category/>
</cp:coreProperties>
</file>