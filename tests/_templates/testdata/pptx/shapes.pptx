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14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Victor</a:t>
            </a:r>
          </a:p>
        </p:txBody>
      </p:sp>
      <p:sp>
        <p:nvSpPr>
          <p:cNvPr id="3" name="Oval 2"/>
          <p:cNvSpPr/>
          <p:nvPr/>
        </p:nvSpPr>
        <p:spPr>
          <a:xfrm>
            <a:off x="2743200" y="457200"/>
            <a:ext cx="1828800" cy="914400"/>
          </a:xfrm>
          <a:prstGeom prst="ellipse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Creature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77440" y="685800"/>
            <a:ext cx="36576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0" y="457200"/>
            <a:ext cx="1828800" cy="91440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Elizabeth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2286000" y="1828800"/>
            <a:ext cx="1828800" cy="13716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Conflict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4572000" y="1828800"/>
            <a:ext cx="2743200" cy="1371600"/>
          </a:xfrm>
          <a:prstGeom prst="wedgeRound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It was on a dreary night of November tha...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 Carmo</cp:lastModifiedBy>
  <cp:revision>1</cp:revision>
  <dcterms:created xsi:type="dcterms:W3CDTF">2013-01-27T09:14:16Z</dcterms:created>
  <dcterms:modified xsi:type="dcterms:W3CDTF">2026-03-10T16:08:07Z</dcterms:modified>
  <cp:category/>
</cp:coreProperties>
</file>